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 built this with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Design-first, not prompt-first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Lau — Traffic Monitor API,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layers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task is easy. Knowing when to stop is the hard part — for humans and for AI. The governance system exists to enforce that boundary: scope before code, iteration limits, handoff protocols.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371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diagram, rules,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charters, escalation policy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2B3A4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+ Codex execute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2560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charter — Claude plans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reviews, Codex writes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arbitrate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3749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decisions, scope cuts,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when the AI is stuck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before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issues closed across 5 working days. 12 remaining, estimated 2-3 more days.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diagram (Excalidraw)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commit, CLAUDE.md, skills (copied from prior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.claude/rules/* baseline, Docker Compose, persistence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workflow codified, domain enums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+ Codex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code — 8 issues closed (#11, #15-#17, #19-#20, #32-#34)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+ Codex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 talk to the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051560"/>
          </a:xfrm>
          <a:prstGeom prst="rect">
            <a:avLst/>
          </a:prstGeom>
          <a:solidFill>
            <a:srgbClr val="2B3A4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(chat)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thinking, trade-off discussion,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drafting, architecture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reasoning about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before they become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840480" cy="105156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(terminal)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Repo-aware work — planning issues,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rules/skills/agents, reviewing diffs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36576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full repo context; reads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and cuts issues with acceptance criteria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3840480" cy="1051560"/>
          </a:xfrm>
          <a:prstGeom prst="rect">
            <a:avLst/>
          </a:prstGeom>
          <a:solidFill>
            <a:srgbClr val="2B3A4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Issues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refinement surface — not chat.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[claude] prefix = AI-authored, no prefix = human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36576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794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issues total, reasoning logs per issue,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threads for scope tweaks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hybrid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1188720"/>
          </a:xfrm>
          <a:prstGeom prst="rect">
            <a:avLst/>
          </a:prstGeom>
          <a:solidFill>
            <a:srgbClr val="2B3A4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architecture,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rules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118872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brief,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1188720"/>
          </a:xfrm>
          <a:prstGeom prst="rect">
            <a:avLst/>
          </a:prstGeom>
          <a:solidFill>
            <a:srgbClr val="2B3A4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check,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118872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calls,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cuts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agents prepare briefs and reviews. They do not write implementation code. If one does, it auto-fails review.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I authored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develop-planner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architecture.md, produces GitHub Issues with acceptance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backend-dev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Prepares Codex briefs for C# / .NET work — forbidden from writing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frontend-dev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pattern, for the HTML/JS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every diff before merge; writes a reasoning-log 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infra-dev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Compose, CI, Dockerfiles — no code outside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 I authored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governs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code-style.md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 refs, async all-the-way, records for DTOs, member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api-conventions.md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 envelope, RFC 7807 errors, UTC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secrets in repo, parameterised queries, non-root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documentation.md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Reasoning-log structure, evaluator docs vs AI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git-workflow.md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Branch-per-issue, commit format, never amend pushed commits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escalation.md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stop, Codex iteration budget, orchestrator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file has a "What auto-fails review" section.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domain know-how, pre-loaded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teaches the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csharp-clean-architecture.md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4 projects depend on each 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cqrs-light.md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vs query path; when DTOs diverge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ef-core-patterns.md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OwnsMany().ToJson() for JSONB, no IQueryable out of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sse-channel.md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Channel&lt;T&gt; per client, heartbeat, reconnect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docker-compose.md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Healthcheck wiring, non-root image, env substitution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codex-review.md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reviewer agent reads a Codex diff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starts every task cold. Skills are briefing packets so it doesn't re-guess decisions I already made.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logs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docs/logs/{range}/{issue}-reasoning.md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directives to Claude, quoted verbatim, with Claude's 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paragraph — what was decided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considered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rejected and 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this decision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handoff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reasoning logs shipped so far.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times I overrode the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070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Dropped Testcontainers dependency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48132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#18 for submission scope. Used in-memory stub pattern from #17 instead.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190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docs/logs/001-100/020-reasoning.md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214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Capped Codex at 2 iteration passes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Pass 1 is 80-90% good, ship it. If Pass 2 misses, stop and escalate.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6334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.claude/rules/escalation.md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Pinned Codex to ChatGPT-subscription auth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31012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API-key mode. If quota runs out, we wait.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478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.claude/rules/escalation.md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50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orchestrator-fallback for stalled subagents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22452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hung twice. Main-thread Claude drives Codex directly with visible 45s polling.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4622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.claude/rules/escalation.md, PR #44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produced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issues closed / 26 total — 4 working days so far, 2-3 more to finish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API with 4 Clean Architecture projects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GET endpoints — idempotent ingest, paged list, filters, RFC 7807 errors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 — Postgres + API, one-command up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agents, 6 rules, 6 skills — all authored before feature code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reasoning logs — every decision traceable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hand-patching of AI-generated code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built this with AI</dc:title>
  <dc:subject>PptxGenJS Presentation</dc:subject>
  <dc:creator>Martin Lau</dc:creator>
  <cp:lastModifiedBy>Martin Lau</cp:lastModifiedBy>
  <cp:revision>1</cp:revision>
  <dcterms:created xsi:type="dcterms:W3CDTF">2026-04-18T15:50:32Z</dcterms:created>
  <dcterms:modified xsi:type="dcterms:W3CDTF">2026-04-18T15:50:32Z</dcterms:modified>
</cp:coreProperties>
</file>